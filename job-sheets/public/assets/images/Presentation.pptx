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2" r:id="rId4"/>
    <p:sldId id="259" r:id="rId5"/>
    <p:sldId id="260" r:id="rId6"/>
    <p:sldId id="261" r:id="rId7"/>
    <p:sldId id="263" r:id="rId8"/>
    <p:sldId id="264" r:id="rId9"/>
    <p:sldId id="266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9" autoAdjust="0"/>
    <p:restoredTop sz="94660"/>
  </p:normalViewPr>
  <p:slideViewPr>
    <p:cSldViewPr snapToGrid="0">
      <p:cViewPr varScale="1">
        <p:scale>
          <a:sx n="52" d="100"/>
          <a:sy n="52" d="100"/>
        </p:scale>
        <p:origin x="84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1/27/2024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1/27/2024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1/27/2024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1/27/2024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1/27/2024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1/27/2024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1/27/2024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1/27/2024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1/27/2024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1/27/2024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1/27/2024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1/27/2024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1/27/2024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1/27/2024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1/27/2024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openxmlformats.org/officeDocument/2006/relationships/image" Target="../media/image6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microsoft.com/office/2007/relationships/hdphoto" Target="../media/hdphoto3.wdp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microsoft.com/office/2007/relationships/hdphoto" Target="../media/hdphoto3.wdp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7817" y="-1320132"/>
            <a:ext cx="12829308" cy="841103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406400" dist="18000" dir="5400000" algn="tl" rotWithShape="0">
              <a:srgbClr val="000000">
                <a:alpha val="50000"/>
              </a:srgbClr>
            </a:outerShdw>
            <a:reflection stA="2000" endPos="65000" dist="50800" dir="5400000" sy="-100000" algn="bl" rotWithShape="0"/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97E2A2B-28D4-46B1-EFB4-E0F5E0FB25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Soil Pollution and Conservation of Nature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CC6CC8-D3EC-2993-70FA-8DAEE70A07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09313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85000"/>
                    </a14:imgEffect>
                  </a14:imgLayer>
                </a14:imgProps>
              </a:ext>
            </a:extLst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09999" y="1961147"/>
            <a:ext cx="10259054" cy="162426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45000"/>
                    </a14:imgEffect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0" cy="6916559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48D792-8686-C4D0-95B5-097F5ED37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Soil Pollution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ECEAD-489E-AE2E-6FC4-BF8EE5C0D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1593629"/>
          </a:xfrm>
        </p:spPr>
        <p:txBody>
          <a:bodyPr/>
          <a:lstStyle/>
          <a:p>
            <a:pPr marL="0" indent="0">
              <a:buNone/>
            </a:pPr>
            <a:r>
              <a:rPr lang="en-US" b="1" u="sng" dirty="0"/>
              <a:t>Definition</a:t>
            </a:r>
            <a:r>
              <a:rPr lang="en-US" b="1" dirty="0"/>
              <a:t>:  Degradation or destruction of earth‘s surface and soil directly or indirectly as a result of human activities. </a:t>
            </a:r>
          </a:p>
          <a:p>
            <a:pPr marL="0" indent="0">
              <a:buNone/>
            </a:pPr>
            <a:endParaRPr lang="en-US" b="1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CA54EF-0146-6CD4-7F28-126154D51D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1439" y="3809667"/>
            <a:ext cx="4076900" cy="22513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A28ACCA-28BD-DEF4-BAB9-7FBB303412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3583" y="3815916"/>
            <a:ext cx="4375189" cy="2165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22432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C04BD56-A3E9-6143-6F1D-35BAD8ECE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Causes of Soil Pollution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EA916-71C0-67EC-AE30-0E9307F1A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5360031"/>
            <a:ext cx="10554574" cy="299948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smtClean="0"/>
              <a:t>Following </a:t>
            </a:r>
            <a:r>
              <a:rPr lang="en-US" dirty="0"/>
              <a:t>are the causes of soil pollution:</a:t>
            </a:r>
          </a:p>
          <a:p>
            <a:r>
              <a:rPr lang="en-US" dirty="0"/>
              <a:t> Agricultural waste </a:t>
            </a:r>
          </a:p>
          <a:p>
            <a:r>
              <a:rPr lang="en-US" dirty="0"/>
              <a:t>Acid rain</a:t>
            </a:r>
          </a:p>
          <a:p>
            <a:r>
              <a:rPr lang="en-US" dirty="0"/>
              <a:t>Mining wastes</a:t>
            </a:r>
          </a:p>
          <a:p>
            <a:r>
              <a:rPr lang="en-US" dirty="0"/>
              <a:t>Industrial wastes</a:t>
            </a:r>
          </a:p>
          <a:p>
            <a:r>
              <a:rPr lang="en-US" dirty="0"/>
              <a:t>Garbage</a:t>
            </a:r>
          </a:p>
          <a:p>
            <a:r>
              <a:rPr lang="en-US" dirty="0"/>
              <a:t>Contamination caused by war</a:t>
            </a:r>
          </a:p>
          <a:p>
            <a:r>
              <a:rPr lang="en-US" dirty="0"/>
              <a:t>Deforestation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076375-B529-C9BA-7F7F-3A1CDB449C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0673" y="1753186"/>
            <a:ext cx="4412613" cy="4044016"/>
          </a:xfrm>
          <a:prstGeom prst="rect">
            <a:avLst/>
          </a:prstGeom>
          <a:pattFill prst="pct60">
            <a:fgClr>
              <a:schemeClr val="tx2">
                <a:lumMod val="40000"/>
                <a:lumOff val="60000"/>
              </a:schemeClr>
            </a:fgClr>
            <a:bgClr>
              <a:schemeClr val="bg1"/>
            </a:bgClr>
          </a:pattFill>
        </p:spPr>
      </p:pic>
    </p:spTree>
    <p:extLst>
      <p:ext uri="{BB962C8B-B14F-4D97-AF65-F5344CB8AC3E}">
        <p14:creationId xmlns:p14="http://schemas.microsoft.com/office/powerpoint/2010/main" val="363859989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2EFB047-B006-5B94-C20A-FFA7BEE84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Effects of Soil Pollution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471F3-E9A1-AEE9-6DC0-6FCE47369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Following are the effects of soil pollution:</a:t>
            </a:r>
          </a:p>
          <a:p>
            <a:r>
              <a:rPr lang="en-US" dirty="0"/>
              <a:t>Land becomes unsuitable for cultivation. </a:t>
            </a:r>
          </a:p>
          <a:p>
            <a:r>
              <a:rPr lang="en-US" dirty="0"/>
              <a:t>Leads to health problems. </a:t>
            </a:r>
          </a:p>
          <a:p>
            <a:r>
              <a:rPr lang="en-US" dirty="0"/>
              <a:t>Effects plants and animals life. </a:t>
            </a:r>
          </a:p>
          <a:p>
            <a:r>
              <a:rPr lang="en-US" dirty="0"/>
              <a:t>Decrease the water holding capacity of soil. 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332F6A-FA47-0CE9-B4C7-30BDC5809B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0" y="2429798"/>
            <a:ext cx="4572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18909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538" t="6506" r="1222" b="26058"/>
          <a:stretch/>
        </p:blipFill>
        <p:spPr>
          <a:xfrm>
            <a:off x="-167952" y="0"/>
            <a:ext cx="12342181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D254DEB-6FFC-6487-5551-BD03CD25E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of Soil Pollution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8D4C2-A7A2-A502-417E-FAD30044D5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44333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Following steps should be adopted to control soil pollution:</a:t>
            </a:r>
          </a:p>
          <a:p>
            <a:r>
              <a:rPr lang="en-US" dirty="0"/>
              <a:t> Aware people about the concept of 3R’s.</a:t>
            </a:r>
          </a:p>
          <a:p>
            <a:r>
              <a:rPr lang="en-US" dirty="0"/>
              <a:t>Reduction in use of pesticides and fertilizers. </a:t>
            </a:r>
          </a:p>
          <a:p>
            <a:r>
              <a:rPr lang="en-US" dirty="0"/>
              <a:t>Avoid buying packages items. </a:t>
            </a:r>
          </a:p>
          <a:p>
            <a:r>
              <a:rPr lang="en-US" dirty="0"/>
              <a:t>Biodegradable materials should be converted to compost. </a:t>
            </a:r>
          </a:p>
          <a:p>
            <a:r>
              <a:rPr lang="en-US" dirty="0"/>
              <a:t>Ensure use of biodegradable products. </a:t>
            </a:r>
          </a:p>
          <a:p>
            <a:r>
              <a:rPr lang="en-US" dirty="0"/>
              <a:t>Grow food without use of pesticides. </a:t>
            </a:r>
          </a:p>
          <a:p>
            <a:r>
              <a:rPr lang="en-US" dirty="0"/>
              <a:t>Avoid single use items. </a:t>
            </a:r>
          </a:p>
          <a:p>
            <a:r>
              <a:rPr lang="en-US" dirty="0"/>
              <a:t>Municipal corporations should handle the waste disposal efficiently and in a sustainable manner.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43527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2CFDB29-A3F0-43F8-DAB0-051DDF69F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Conservation of Nature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89090-A1DA-7F2F-D85C-689E6407F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5277288" cy="3636511"/>
          </a:xfrm>
        </p:spPr>
        <p:txBody>
          <a:bodyPr/>
          <a:lstStyle/>
          <a:p>
            <a:pPr marL="0" indent="0">
              <a:buNone/>
            </a:pPr>
            <a:r>
              <a:rPr lang="en-US" b="1" u="sng" dirty="0"/>
              <a:t>Conservation: </a:t>
            </a:r>
            <a:r>
              <a:rPr lang="en-US" dirty="0"/>
              <a:t>The balanced and planned use of natural resources is called conservation.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C00592-A855-3A9A-1977-E17CC6BEBC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0447" y="2222287"/>
            <a:ext cx="4631340" cy="3403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2048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36CE66-7EFE-1A8A-1154-0C3B9FF32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Natural Resources: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375627E-1159-2037-22C5-C02F7A9BC6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118151" y="2222500"/>
            <a:ext cx="9885885" cy="4188312"/>
          </a:xfrm>
        </p:spPr>
      </p:pic>
    </p:spTree>
    <p:extLst>
      <p:ext uri="{BB962C8B-B14F-4D97-AF65-F5344CB8AC3E}">
        <p14:creationId xmlns:p14="http://schemas.microsoft.com/office/powerpoint/2010/main" val="14832501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5332A9-094A-A5E4-28C1-BB3A79AC6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Renewable and Non-Renewable resources: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2C011D5-959E-A0ED-40F4-52F0547502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518659" y="1789065"/>
            <a:ext cx="8643493" cy="4381939"/>
          </a:xfrm>
        </p:spPr>
      </p:pic>
    </p:spTree>
    <p:extLst>
      <p:ext uri="{BB962C8B-B14F-4D97-AF65-F5344CB8AC3E}">
        <p14:creationId xmlns:p14="http://schemas.microsoft.com/office/powerpoint/2010/main" val="10529865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884"/>
            <a:ext cx="12192000" cy="68471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658B24-287E-15EC-737C-9842B064A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4R’s of Waste Management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EA1E0D2-082F-0BD9-43A8-936AE5DC4B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496957" y="2005575"/>
            <a:ext cx="6066168" cy="4650093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2C6BA9E-FE34-B092-3D0C-37CF6BA4FA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4145" y="2005575"/>
            <a:ext cx="4790897" cy="4650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74619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DEF805A-221B-0044-FCEB-A11F4BF2C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4R’s of Waste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B4805-0660-F89C-F1C7-E924A9FC4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b="1" u="sng" dirty="0"/>
              <a:t>Reduce:</a:t>
            </a:r>
            <a:r>
              <a:rPr lang="en-US" dirty="0"/>
              <a:t> Minimize the amount of waste we create. </a:t>
            </a:r>
          </a:p>
          <a:p>
            <a:pPr>
              <a:buFont typeface="+mj-lt"/>
              <a:buAutoNum type="arabicPeriod"/>
            </a:pPr>
            <a:r>
              <a:rPr lang="en-US" b="1" u="sng" dirty="0"/>
              <a:t>Reuse</a:t>
            </a:r>
            <a:r>
              <a:rPr lang="en-US" dirty="0"/>
              <a:t>: Promote the use of non-biodegradable materials. </a:t>
            </a:r>
          </a:p>
          <a:p>
            <a:pPr>
              <a:buFont typeface="+mj-lt"/>
              <a:buAutoNum type="arabicPeriod"/>
            </a:pPr>
            <a:r>
              <a:rPr lang="en-US" b="1" u="sng" dirty="0"/>
              <a:t>Recycle</a:t>
            </a:r>
            <a:r>
              <a:rPr lang="en-US" dirty="0"/>
              <a:t>: Process waste into a state from which new useful items can be produced. </a:t>
            </a:r>
          </a:p>
          <a:p>
            <a:pPr>
              <a:buFont typeface="+mj-lt"/>
              <a:buAutoNum type="arabicPeriod"/>
            </a:pPr>
            <a:r>
              <a:rPr lang="en-US" b="1" u="sng" dirty="0"/>
              <a:t>Recover</a:t>
            </a:r>
            <a:r>
              <a:rPr lang="en-US" dirty="0"/>
              <a:t>: Convert waste into useful resources. </a:t>
            </a:r>
            <a:endParaRPr lang="en-US" b="1" u="sng" dirty="0"/>
          </a:p>
          <a:p>
            <a:pPr>
              <a:buFont typeface="+mj-lt"/>
              <a:buAutoNum type="arabicPeriod"/>
            </a:pPr>
            <a:endParaRPr lang="en-US" b="1" u="sng" dirty="0"/>
          </a:p>
          <a:p>
            <a:pPr marL="0" indent="0">
              <a:buNone/>
            </a:pPr>
            <a:r>
              <a:rPr lang="en-US" dirty="0"/>
              <a:t>         </a:t>
            </a:r>
            <a:r>
              <a:rPr lang="en-US" b="1" dirty="0">
                <a:solidFill>
                  <a:schemeClr val="accent1"/>
                </a:solidFill>
              </a:rPr>
              <a:t>4R’s of waste management has lots of diversity. It can be Recover, Replace, Rethink,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         Repair, Renew, Reimagine, Rediscover, Reforest and so on.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5527106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7624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51822EA-D523-4018-B119-879FC0647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9D50F-9ECD-D26E-F602-262A4E6471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957" y="2165311"/>
            <a:ext cx="11941236" cy="392240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Soil pollution is the contamination of earth’s surface. </a:t>
            </a:r>
          </a:p>
          <a:p>
            <a:r>
              <a:rPr lang="en-US" dirty="0"/>
              <a:t>Agricultural waste matter, acid rain, mining wastes, industrial wastes etc are the causes of soil pollution. </a:t>
            </a:r>
          </a:p>
          <a:p>
            <a:r>
              <a:rPr lang="en-US" dirty="0"/>
              <a:t>Soil pollution has adverse effect on environment as well as on humans. </a:t>
            </a:r>
          </a:p>
          <a:p>
            <a:r>
              <a:rPr lang="en-US" dirty="0"/>
              <a:t>Soil pollution can be controlled by the concept of 4R’s.</a:t>
            </a:r>
          </a:p>
          <a:p>
            <a:r>
              <a:rPr lang="en-US" dirty="0"/>
              <a:t>Reduce use of single use items, pesticides and fertilizers etc to control soil pollution. </a:t>
            </a:r>
          </a:p>
          <a:p>
            <a:r>
              <a:rPr lang="en-US" dirty="0"/>
              <a:t>Conservation of nature means the conservation of natural resources. </a:t>
            </a:r>
          </a:p>
          <a:p>
            <a:r>
              <a:rPr lang="en-US" dirty="0"/>
              <a:t>Natural resources may be renewable or non-renewable resources. </a:t>
            </a:r>
          </a:p>
          <a:p>
            <a:r>
              <a:rPr lang="en-US" dirty="0"/>
              <a:t>Renewable resources are replaced by natural cycles. </a:t>
            </a:r>
          </a:p>
          <a:p>
            <a:r>
              <a:rPr lang="en-US" dirty="0"/>
              <a:t>The natural resources that are found in Earth in fixed quantity are called non-renewable resources. </a:t>
            </a:r>
          </a:p>
          <a:p>
            <a:r>
              <a:rPr lang="en-US" dirty="0"/>
              <a:t>Non-renewable resources if consumed once will be no more available in future. </a:t>
            </a:r>
          </a:p>
          <a:p>
            <a:r>
              <a:rPr lang="en-US" dirty="0"/>
              <a:t>The 4R’s of waste management are Reduce, Reuse, Recycle and Recover. </a:t>
            </a:r>
          </a:p>
        </p:txBody>
      </p:sp>
    </p:spTree>
    <p:extLst>
      <p:ext uri="{BB962C8B-B14F-4D97-AF65-F5344CB8AC3E}">
        <p14:creationId xmlns:p14="http://schemas.microsoft.com/office/powerpoint/2010/main" val="2115362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CB316-A06A-5F32-FC9F-D080AB59A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7891485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417</Words>
  <Application>Microsoft Office PowerPoint</Application>
  <PresentationFormat>Widescreen</PresentationFormat>
  <Paragraphs>64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Century Gothic</vt:lpstr>
      <vt:lpstr>Wingdings 2</vt:lpstr>
      <vt:lpstr>Quotable</vt:lpstr>
      <vt:lpstr>Soil Pollution and Conservation of Nature</vt:lpstr>
      <vt:lpstr>Soil Pollution</vt:lpstr>
      <vt:lpstr>Causes of Soil Pollution</vt:lpstr>
      <vt:lpstr>Effects of Soil Pollution</vt:lpstr>
      <vt:lpstr>Control of Soil Pollution</vt:lpstr>
      <vt:lpstr>Conservation of Nature</vt:lpstr>
      <vt:lpstr>Natural Resources: </vt:lpstr>
      <vt:lpstr>Renewable and Non-Renewable resources:</vt:lpstr>
      <vt:lpstr>4R’s of Waste Management</vt:lpstr>
      <vt:lpstr>4R’s of Waste Management</vt:lpstr>
      <vt:lpstr>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Soil Pollution and Conservation of Nature</dc:title>
  <dc:creator>saidu4104@gmail.com</dc:creator>
  <cp:lastModifiedBy>Moorche</cp:lastModifiedBy>
  <cp:revision>11</cp:revision>
  <dcterms:created xsi:type="dcterms:W3CDTF">2024-01-26T15:59:09Z</dcterms:created>
  <dcterms:modified xsi:type="dcterms:W3CDTF">2024-01-27T18:02:00Z</dcterms:modified>
</cp:coreProperties>
</file>